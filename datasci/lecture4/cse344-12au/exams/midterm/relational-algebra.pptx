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6" d="100"/>
          <a:sy n="86" d="100"/>
        </p:scale>
        <p:origin x="-1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39E4C-B94E-8E40-B4A6-07C2B2C2CC87}" type="datetimeFigureOut">
              <a:rPr lang="en-US" smtClean="0"/>
              <a:t>11/6/12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87091-49E8-A24E-8776-23335A56BB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56844" y="594416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Assignment A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0" y="5944168"/>
            <a:ext cx="97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Clinic C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27787" y="5944168"/>
            <a:ext cx="1506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Equipment 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6044" y="4560900"/>
            <a:ext cx="1181233" cy="58477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200" dirty="0" smtClean="0">
                <a:latin typeface="Arial"/>
                <a:cs typeface="Arial"/>
              </a:rPr>
              <a:t>⋈</a:t>
            </a:r>
            <a:r>
              <a:rPr lang="en-US" baseline="-25000" dirty="0" err="1">
                <a:latin typeface="Arial"/>
                <a:cs typeface="Arial"/>
              </a:rPr>
              <a:t>A</a:t>
            </a:r>
            <a:r>
              <a:rPr lang="en-US" baseline="-25000" dirty="0" err="1" smtClean="0">
                <a:latin typeface="Arial"/>
                <a:cs typeface="Arial"/>
              </a:rPr>
              <a:t>.eid</a:t>
            </a:r>
            <a:r>
              <a:rPr lang="en-US" baseline="-25000" dirty="0" smtClean="0">
                <a:latin typeface="Arial"/>
                <a:cs typeface="Arial"/>
              </a:rPr>
              <a:t>=</a:t>
            </a:r>
            <a:r>
              <a:rPr lang="en-US" baseline="-25000" dirty="0" err="1" smtClean="0">
                <a:latin typeface="Arial"/>
                <a:cs typeface="Arial"/>
              </a:rPr>
              <a:t>E.eid</a:t>
            </a:r>
            <a:endParaRPr lang="en-US" sz="3200" baseline="-25000" dirty="0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6183" y="2303019"/>
            <a:ext cx="321322" cy="58477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3200" dirty="0" smtClean="0">
                <a:latin typeface="Arial"/>
                <a:cs typeface="Arial"/>
              </a:rPr>
              <a:t>-</a:t>
            </a:r>
            <a:endParaRPr lang="en-US" sz="3200" baseline="-25000" dirty="0"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86619" y="4016235"/>
            <a:ext cx="271822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 err="1" smtClean="0">
                <a:latin typeface="Arial"/>
                <a:cs typeface="Arial"/>
              </a:rPr>
              <a:t>σ</a:t>
            </a:r>
            <a:r>
              <a:rPr lang="en-US" baseline="-25000" dirty="0" err="1" smtClean="0">
                <a:latin typeface="Arial"/>
                <a:cs typeface="Arial"/>
              </a:rPr>
              <a:t>E.type</a:t>
            </a:r>
            <a:r>
              <a:rPr lang="en-US" baseline="-25000" dirty="0" smtClean="0">
                <a:latin typeface="Arial"/>
                <a:cs typeface="Arial"/>
              </a:rPr>
              <a:t>=‘Fridge’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baseline="-25000" dirty="0" smtClean="0">
                <a:latin typeface="Arial"/>
                <a:cs typeface="Arial"/>
              </a:rPr>
              <a:t>and </a:t>
            </a:r>
            <a:r>
              <a:rPr lang="en-US" baseline="-25000" dirty="0" err="1" smtClean="0">
                <a:latin typeface="Arial"/>
                <a:cs typeface="Arial"/>
              </a:rPr>
              <a:t>E.model</a:t>
            </a:r>
            <a:r>
              <a:rPr lang="en-US" baseline="-25000" dirty="0" smtClean="0">
                <a:latin typeface="Arial"/>
                <a:cs typeface="Arial"/>
              </a:rPr>
              <a:t>=1004</a:t>
            </a:r>
            <a:endParaRPr lang="en-US" sz="3200" baseline="-25000" dirty="0"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28444" y="3265500"/>
            <a:ext cx="68604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π</a:t>
            </a:r>
            <a:r>
              <a:rPr lang="en-US" baseline="-25000" dirty="0" err="1" smtClean="0">
                <a:latin typeface="Arial"/>
                <a:cs typeface="Arial"/>
              </a:rPr>
              <a:t>A.cid</a:t>
            </a:r>
            <a:r>
              <a:rPr lang="en-US" dirty="0" smtClean="0">
                <a:latin typeface="Arial"/>
                <a:cs typeface="Arial"/>
              </a:rPr>
              <a:t>  </a:t>
            </a:r>
            <a:endParaRPr lang="en-US" sz="3200" baseline="-25000" dirty="0"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67200" y="1219200"/>
            <a:ext cx="99291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c</a:t>
            </a:r>
            <a:r>
              <a:rPr lang="en-US" dirty="0" smtClean="0">
                <a:latin typeface="Arial"/>
                <a:cs typeface="Arial"/>
              </a:rPr>
              <a:t>ount(*)</a:t>
            </a:r>
            <a:endParaRPr lang="en-US" sz="3200" baseline="-25000" dirty="0">
              <a:latin typeface="Arial"/>
              <a:cs typeface="Arial"/>
            </a:endParaRPr>
          </a:p>
        </p:txBody>
      </p:sp>
      <p:cxnSp>
        <p:nvCxnSpPr>
          <p:cNvPr id="13" name="Straight Connector 12"/>
          <p:cNvCxnSpPr>
            <a:endCxn id="4" idx="0"/>
          </p:cNvCxnSpPr>
          <p:nvPr/>
        </p:nvCxnSpPr>
        <p:spPr>
          <a:xfrm flipH="1">
            <a:off x="5460911" y="5145676"/>
            <a:ext cx="415139" cy="7984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6" idx="0"/>
          </p:cNvCxnSpPr>
          <p:nvPr/>
        </p:nvCxnSpPr>
        <p:spPr>
          <a:xfrm>
            <a:off x="7227786" y="5145676"/>
            <a:ext cx="753160" cy="79849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endCxn id="10" idx="0"/>
          </p:cNvCxnSpPr>
          <p:nvPr/>
        </p:nvCxnSpPr>
        <p:spPr>
          <a:xfrm>
            <a:off x="6345732" y="3736650"/>
            <a:ext cx="0" cy="2795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2426088" y="2887795"/>
            <a:ext cx="2028010" cy="167310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4359217" y="1973734"/>
            <a:ext cx="609600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45732" y="4560900"/>
            <a:ext cx="0" cy="2795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51900" y="4840485"/>
            <a:ext cx="6945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π</a:t>
            </a:r>
            <a:r>
              <a:rPr lang="en-US" baseline="-25000" dirty="0" err="1" smtClean="0">
                <a:latin typeface="Arial"/>
                <a:cs typeface="Arial"/>
              </a:rPr>
              <a:t>C.cid</a:t>
            </a:r>
            <a:r>
              <a:rPr lang="en-US" dirty="0" smtClean="0">
                <a:latin typeface="Arial"/>
                <a:cs typeface="Arial"/>
              </a:rPr>
              <a:t>  </a:t>
            </a:r>
            <a:endParaRPr lang="en-US" sz="3200" baseline="-25000" dirty="0">
              <a:latin typeface="Arial"/>
              <a:cs typeface="Arial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2426088" y="5334000"/>
            <a:ext cx="0" cy="4319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4817505" y="2743200"/>
            <a:ext cx="1447473" cy="5223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</Words>
  <Application>Microsoft Macintosh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Magdalena Balazinska</dc:creator>
  <cp:lastModifiedBy>Magdalena Balazinska</cp:lastModifiedBy>
  <cp:revision>8</cp:revision>
  <dcterms:created xsi:type="dcterms:W3CDTF">2011-11-08T18:47:04Z</dcterms:created>
  <dcterms:modified xsi:type="dcterms:W3CDTF">2012-11-06T10:03:41Z</dcterms:modified>
</cp:coreProperties>
</file>