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8" d="100"/>
          <a:sy n="168" d="100"/>
        </p:scale>
        <p:origin x="-656" y="-1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40393" y="4396720"/>
            <a:ext cx="1844407" cy="76944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4400" dirty="0" smtClean="0">
                <a:latin typeface="Arial"/>
                <a:cs typeface="Arial"/>
              </a:rPr>
              <a:t>⋈</a:t>
            </a:r>
            <a:r>
              <a:rPr lang="en-US" sz="2800" baseline="-25000" dirty="0" smtClean="0">
                <a:latin typeface="Arial"/>
                <a:cs typeface="Arial"/>
              </a:rPr>
              <a:t>e1.edi=t1.edi</a:t>
            </a:r>
            <a:endParaRPr lang="en-US" sz="4000" baseline="-25000" dirty="0">
              <a:latin typeface="Arial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99803" y="1157961"/>
            <a:ext cx="141102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latin typeface="Arial"/>
                <a:cs typeface="Arial"/>
              </a:rPr>
              <a:t>σ</a:t>
            </a:r>
            <a:r>
              <a:rPr lang="en-US" sz="2800" baseline="-25000" dirty="0" err="1" smtClean="0">
                <a:latin typeface="Arial"/>
                <a:cs typeface="Arial"/>
              </a:rPr>
              <a:t>m</a:t>
            </a:r>
            <a:r>
              <a:rPr lang="en-US" sz="2800" baseline="-25000" dirty="0" smtClean="0">
                <a:latin typeface="Arial"/>
                <a:cs typeface="Arial"/>
              </a:rPr>
              <a:t> &lt; 1000</a:t>
            </a:r>
            <a:r>
              <a:rPr lang="en-US" sz="2800" dirty="0" smtClean="0">
                <a:latin typeface="Arial"/>
                <a:cs typeface="Arial"/>
              </a:rPr>
              <a:t> </a:t>
            </a:r>
            <a:endParaRPr lang="en-US" sz="2800" baseline="-25000" dirty="0">
              <a:latin typeface="Arial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0957" y="6165524"/>
            <a:ext cx="1382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Arial"/>
                <a:cs typeface="Arial"/>
              </a:rPr>
              <a:t>Email e1</a:t>
            </a:r>
            <a:endParaRPr lang="en-US" sz="2400" baseline="30000" dirty="0">
              <a:latin typeface="Arial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72351" y="6165524"/>
            <a:ext cx="1621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latin typeface="Arial"/>
                <a:cs typeface="Arial"/>
              </a:rPr>
              <a:t>EmailTo</a:t>
            </a:r>
            <a:r>
              <a:rPr lang="en-US" sz="2400" dirty="0" smtClean="0">
                <a:latin typeface="Arial"/>
                <a:cs typeface="Arial"/>
              </a:rPr>
              <a:t> t1</a:t>
            </a:r>
            <a:endParaRPr lang="en-US" sz="2400" baseline="30000" dirty="0" smtClean="0">
              <a:latin typeface="Arial"/>
              <a:cs typeface="Arial"/>
            </a:endParaRPr>
          </a:p>
        </p:txBody>
      </p:sp>
      <p:cxnSp>
        <p:nvCxnSpPr>
          <p:cNvPr id="14" name="Straight Connector 13"/>
          <p:cNvCxnSpPr>
            <a:stCxn id="8" idx="0"/>
            <a:endCxn id="6" idx="2"/>
          </p:cNvCxnSpPr>
          <p:nvPr/>
        </p:nvCxnSpPr>
        <p:spPr>
          <a:xfrm flipV="1">
            <a:off x="1802012" y="5166161"/>
            <a:ext cx="1360585" cy="9993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0"/>
            <a:endCxn id="17" idx="2"/>
          </p:cNvCxnSpPr>
          <p:nvPr/>
        </p:nvCxnSpPr>
        <p:spPr>
          <a:xfrm flipV="1">
            <a:off x="3162597" y="3857333"/>
            <a:ext cx="1742721" cy="539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40393" y="2122926"/>
            <a:ext cx="532984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/>
                <a:cs typeface="Arial"/>
              </a:rPr>
              <a:t>γ</a:t>
            </a:r>
            <a:r>
              <a:rPr lang="en-US" sz="2800" baseline="-25000" dirty="0" smtClean="0">
                <a:latin typeface="Arial"/>
                <a:cs typeface="Arial"/>
              </a:rPr>
              <a:t>e1.pidFrom, max(e2.length) </a:t>
            </a:r>
            <a:r>
              <a:rPr lang="en-US" sz="2800" baseline="-25000" dirty="0" smtClean="0">
                <a:latin typeface="Arial"/>
                <a:cs typeface="Arial"/>
                <a:sym typeface="Wingdings"/>
              </a:rPr>
              <a:t> m, </a:t>
            </a:r>
            <a:r>
              <a:rPr lang="en-US" sz="2800" baseline="-25000" dirty="0" smtClean="0">
                <a:latin typeface="Arial"/>
                <a:cs typeface="Arial"/>
              </a:rPr>
              <a:t>count(*) </a:t>
            </a:r>
            <a:r>
              <a:rPr lang="en-US" sz="2800" baseline="-25000" dirty="0" smtClean="0">
                <a:latin typeface="Arial"/>
                <a:cs typeface="Arial"/>
                <a:sym typeface="Wingdings"/>
              </a:rPr>
              <a:t> c</a:t>
            </a:r>
            <a:endParaRPr lang="en-US" sz="2800" baseline="-25000" dirty="0">
              <a:latin typeface="Arial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951626" y="192996"/>
            <a:ext cx="1907383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/>
                <a:cs typeface="Arial"/>
              </a:rPr>
              <a:t>Π</a:t>
            </a:r>
            <a:r>
              <a:rPr lang="en-US" sz="2800" baseline="-25000" dirty="0" smtClean="0">
                <a:latin typeface="Arial"/>
                <a:cs typeface="Arial"/>
              </a:rPr>
              <a:t>e1.pidFrom, c</a:t>
            </a:r>
            <a:r>
              <a:rPr lang="en-US" sz="2800" dirty="0" smtClean="0">
                <a:latin typeface="Arial"/>
                <a:cs typeface="Arial"/>
              </a:rPr>
              <a:t> </a:t>
            </a:r>
            <a:endParaRPr lang="en-US" sz="2800" baseline="-25000" dirty="0">
              <a:latin typeface="Arial"/>
              <a:cs typeface="Arial"/>
            </a:endParaRPr>
          </a:p>
        </p:txBody>
      </p:sp>
      <p:cxnSp>
        <p:nvCxnSpPr>
          <p:cNvPr id="43" name="Straight Connector 42"/>
          <p:cNvCxnSpPr>
            <a:stCxn id="9" idx="0"/>
            <a:endCxn id="6" idx="2"/>
          </p:cNvCxnSpPr>
          <p:nvPr/>
        </p:nvCxnSpPr>
        <p:spPr>
          <a:xfrm flipH="1" flipV="1">
            <a:off x="3162597" y="5166161"/>
            <a:ext cx="1620508" cy="9993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7" idx="0"/>
            <a:endCxn id="42" idx="2"/>
          </p:cNvCxnSpPr>
          <p:nvPr/>
        </p:nvCxnSpPr>
        <p:spPr>
          <a:xfrm flipV="1">
            <a:off x="4905318" y="716216"/>
            <a:ext cx="0" cy="4417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77463" y="3087892"/>
            <a:ext cx="2655709" cy="76944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4400" dirty="0" smtClean="0">
                <a:latin typeface="Arial"/>
                <a:cs typeface="Arial"/>
              </a:rPr>
              <a:t>⋈</a:t>
            </a:r>
            <a:r>
              <a:rPr lang="en-US" sz="2800" baseline="-25000" dirty="0" smtClean="0">
                <a:latin typeface="Arial"/>
                <a:cs typeface="Arial"/>
              </a:rPr>
              <a:t>t1.pidTo=e2.pidFrom</a:t>
            </a:r>
            <a:endParaRPr lang="en-US" sz="4000" baseline="-25000" dirty="0">
              <a:latin typeface="Arial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97287" y="6165524"/>
            <a:ext cx="1382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Arial"/>
                <a:cs typeface="Arial"/>
              </a:rPr>
              <a:t>Email e2</a:t>
            </a:r>
            <a:endParaRPr lang="en-US" sz="2400" baseline="30000" dirty="0">
              <a:latin typeface="Arial"/>
              <a:cs typeface="Arial"/>
            </a:endParaRPr>
          </a:p>
        </p:txBody>
      </p:sp>
      <p:cxnSp>
        <p:nvCxnSpPr>
          <p:cNvPr id="26" name="Straight Connector 25"/>
          <p:cNvCxnSpPr>
            <a:stCxn id="18" idx="0"/>
            <a:endCxn id="17" idx="2"/>
          </p:cNvCxnSpPr>
          <p:nvPr/>
        </p:nvCxnSpPr>
        <p:spPr>
          <a:xfrm flipH="1" flipV="1">
            <a:off x="4905318" y="3857333"/>
            <a:ext cx="2483024" cy="23081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25" idx="0"/>
            <a:endCxn id="7" idx="2"/>
          </p:cNvCxnSpPr>
          <p:nvPr/>
        </p:nvCxnSpPr>
        <p:spPr>
          <a:xfrm flipV="1">
            <a:off x="4905318" y="1681181"/>
            <a:ext cx="0" cy="4417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17" idx="0"/>
            <a:endCxn id="25" idx="2"/>
          </p:cNvCxnSpPr>
          <p:nvPr/>
        </p:nvCxnSpPr>
        <p:spPr>
          <a:xfrm flipV="1">
            <a:off x="4905318" y="2646146"/>
            <a:ext cx="0" cy="4417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Left Brace 1"/>
          <p:cNvSpPr/>
          <p:nvPr/>
        </p:nvSpPr>
        <p:spPr>
          <a:xfrm>
            <a:off x="352667" y="3530103"/>
            <a:ext cx="347731" cy="2895138"/>
          </a:xfrm>
          <a:prstGeom prst="leftBrace">
            <a:avLst>
              <a:gd name="adj1" fmla="val 7031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dirty="0" smtClean="0"/>
              <a:t>5points</a:t>
            </a:r>
            <a:endParaRPr lang="en-US" dirty="0"/>
          </a:p>
        </p:txBody>
      </p:sp>
      <p:sp>
        <p:nvSpPr>
          <p:cNvPr id="19" name="Left Brace 18"/>
          <p:cNvSpPr/>
          <p:nvPr/>
        </p:nvSpPr>
        <p:spPr>
          <a:xfrm>
            <a:off x="331201" y="192754"/>
            <a:ext cx="347731" cy="2895138"/>
          </a:xfrm>
          <a:prstGeom prst="leftBrace">
            <a:avLst>
              <a:gd name="adj1" fmla="val 7031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dirty="0" smtClean="0"/>
              <a:t>5points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51</Words>
  <Application>Microsoft Macintosh PowerPoint</Application>
  <PresentationFormat>On-screen Show (4:3)</PresentationFormat>
  <Paragraphs>10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University of Washington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Dan Suciu</dc:creator>
  <cp:lastModifiedBy>Dan Suciu</cp:lastModifiedBy>
  <cp:revision>14</cp:revision>
  <dcterms:created xsi:type="dcterms:W3CDTF">2010-12-01T19:28:57Z</dcterms:created>
  <dcterms:modified xsi:type="dcterms:W3CDTF">2012-03-16T01:33:14Z</dcterms:modified>
</cp:coreProperties>
</file>