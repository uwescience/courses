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8" d="100"/>
          <a:sy n="168" d="100"/>
        </p:scale>
        <p:origin x="-65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98625-4AA3-4E48-B1EC-331169509726}" type="datetimeFigureOut">
              <a:rPr lang="en-US" smtClean="0"/>
              <a:pPr/>
              <a:t>3/15/12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3E88B-A687-A94C-8997-EA96824FAF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157517" y="6165524"/>
            <a:ext cx="1382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/>
                <a:cs typeface="Arial"/>
              </a:rPr>
              <a:t>Email e1</a:t>
            </a:r>
            <a:endParaRPr lang="en-US" sz="2400" baseline="30000" dirty="0"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72351" y="6165524"/>
            <a:ext cx="1707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Arial"/>
                <a:cs typeface="Arial"/>
              </a:rPr>
              <a:t>EmailTo</a:t>
            </a:r>
            <a:r>
              <a:rPr lang="en-US" sz="2400" dirty="0" smtClean="0">
                <a:latin typeface="Arial"/>
                <a:cs typeface="Arial"/>
              </a:rPr>
              <a:t> e2</a:t>
            </a:r>
            <a:endParaRPr lang="en-US" sz="2400" baseline="30000" dirty="0" smtClean="0">
              <a:latin typeface="Arial"/>
              <a:cs typeface="Arial"/>
            </a:endParaRPr>
          </a:p>
        </p:txBody>
      </p:sp>
      <p:cxnSp>
        <p:nvCxnSpPr>
          <p:cNvPr id="21" name="Straight Connector 20"/>
          <p:cNvCxnSpPr>
            <a:stCxn id="19" idx="0"/>
            <a:endCxn id="45" idx="2"/>
          </p:cNvCxnSpPr>
          <p:nvPr/>
        </p:nvCxnSpPr>
        <p:spPr>
          <a:xfrm flipH="1" flipV="1">
            <a:off x="1848571" y="4428579"/>
            <a:ext cx="1" cy="17369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20" idx="0"/>
            <a:endCxn id="29" idx="2"/>
          </p:cNvCxnSpPr>
          <p:nvPr/>
        </p:nvCxnSpPr>
        <p:spPr>
          <a:xfrm flipV="1">
            <a:off x="4825935" y="4447868"/>
            <a:ext cx="1095046" cy="17176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39" idx="2"/>
            <a:endCxn id="45" idx="0"/>
          </p:cNvCxnSpPr>
          <p:nvPr/>
        </p:nvCxnSpPr>
        <p:spPr>
          <a:xfrm flipH="1">
            <a:off x="1848571" y="1329426"/>
            <a:ext cx="2123780" cy="25759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05318" y="3678427"/>
            <a:ext cx="2031325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⋈</a:t>
            </a:r>
            <a:r>
              <a:rPr lang="en-US" sz="2800" baseline="-25000" dirty="0" smtClean="0">
                <a:latin typeface="Arial"/>
                <a:cs typeface="Arial"/>
              </a:rPr>
              <a:t>e2.pidTo=</a:t>
            </a:r>
            <a:r>
              <a:rPr lang="en-US" sz="2800" baseline="-25000" dirty="0" err="1" smtClean="0">
                <a:latin typeface="Arial"/>
                <a:cs typeface="Arial"/>
              </a:rPr>
              <a:t>p.pid</a:t>
            </a:r>
            <a:endParaRPr lang="en-US" sz="4000" baseline="-25000" dirty="0">
              <a:latin typeface="Arial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97287" y="6165524"/>
            <a:ext cx="1416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/>
                <a:cs typeface="Arial"/>
              </a:rPr>
              <a:t>Person p</a:t>
            </a:r>
            <a:endParaRPr lang="en-US" sz="2400" baseline="30000" dirty="0">
              <a:latin typeface="Arial"/>
              <a:cs typeface="Arial"/>
            </a:endParaRPr>
          </a:p>
        </p:txBody>
      </p:sp>
      <p:cxnSp>
        <p:nvCxnSpPr>
          <p:cNvPr id="33" name="Straight Connector 32"/>
          <p:cNvCxnSpPr>
            <a:stCxn id="30" idx="0"/>
            <a:endCxn id="15" idx="2"/>
          </p:cNvCxnSpPr>
          <p:nvPr/>
        </p:nvCxnSpPr>
        <p:spPr>
          <a:xfrm flipV="1">
            <a:off x="7405549" y="5726721"/>
            <a:ext cx="0" cy="438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9" idx="0"/>
            <a:endCxn id="41" idx="2"/>
          </p:cNvCxnSpPr>
          <p:nvPr/>
        </p:nvCxnSpPr>
        <p:spPr>
          <a:xfrm flipV="1">
            <a:off x="5920981" y="3234475"/>
            <a:ext cx="0" cy="443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72882" y="2711255"/>
            <a:ext cx="109619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Π</a:t>
            </a:r>
            <a:r>
              <a:rPr lang="en-US" sz="2800" baseline="-25000" dirty="0" smtClean="0">
                <a:latin typeface="Arial"/>
                <a:cs typeface="Arial"/>
              </a:rPr>
              <a:t>e2.eid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00472" y="3905359"/>
            <a:ext cx="109619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  <a:cs typeface="Arial"/>
              </a:rPr>
              <a:t>Π</a:t>
            </a:r>
            <a:r>
              <a:rPr lang="en-US" sz="2800" baseline="-25000" dirty="0" smtClean="0">
                <a:latin typeface="Arial"/>
                <a:cs typeface="Arial"/>
              </a:rPr>
              <a:t>e1.eid</a:t>
            </a:r>
            <a:endParaRPr lang="en-US" sz="2800" baseline="-25000" dirty="0">
              <a:latin typeface="Arial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26731" y="498429"/>
            <a:ext cx="4912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−</a:t>
            </a:r>
            <a:endParaRPr lang="en-US" sz="4800" dirty="0"/>
          </a:p>
        </p:txBody>
      </p:sp>
      <p:cxnSp>
        <p:nvCxnSpPr>
          <p:cNvPr id="49" name="Straight Connector 48"/>
          <p:cNvCxnSpPr>
            <a:stCxn id="39" idx="2"/>
            <a:endCxn id="41" idx="0"/>
          </p:cNvCxnSpPr>
          <p:nvPr/>
        </p:nvCxnSpPr>
        <p:spPr>
          <a:xfrm>
            <a:off x="3972351" y="1329426"/>
            <a:ext cx="1948630" cy="1381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1452" y="5203501"/>
            <a:ext cx="182819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 err="1" smtClean="0">
                <a:latin typeface="Arial"/>
                <a:cs typeface="Arial"/>
              </a:rPr>
              <a:t>σ</a:t>
            </a:r>
            <a:r>
              <a:rPr lang="en-US" sz="2800" baseline="-25000" dirty="0" err="1" smtClean="0">
                <a:latin typeface="Arial"/>
                <a:cs typeface="Arial"/>
              </a:rPr>
              <a:t>name</a:t>
            </a:r>
            <a:r>
              <a:rPr lang="en-US" sz="2800" baseline="-25000" dirty="0" smtClean="0">
                <a:latin typeface="Arial"/>
                <a:cs typeface="Arial"/>
              </a:rPr>
              <a:t> ≠‘Alice’</a:t>
            </a:r>
            <a:r>
              <a:rPr lang="en-US" sz="2800" dirty="0" smtClean="0">
                <a:latin typeface="Arial"/>
                <a:cs typeface="Arial"/>
              </a:rPr>
              <a:t> </a:t>
            </a:r>
            <a:endParaRPr lang="en-US" sz="2800" baseline="-25000" dirty="0">
              <a:latin typeface="Arial"/>
              <a:cs typeface="Arial"/>
            </a:endParaRPr>
          </a:p>
        </p:txBody>
      </p:sp>
      <p:cxnSp>
        <p:nvCxnSpPr>
          <p:cNvPr id="24" name="Straight Connector 23"/>
          <p:cNvCxnSpPr>
            <a:stCxn id="29" idx="2"/>
            <a:endCxn id="15" idx="0"/>
          </p:cNvCxnSpPr>
          <p:nvPr/>
        </p:nvCxnSpPr>
        <p:spPr>
          <a:xfrm>
            <a:off x="5920981" y="4447868"/>
            <a:ext cx="1484568" cy="7556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Callout 1"/>
          <p:cNvSpPr/>
          <p:nvPr/>
        </p:nvSpPr>
        <p:spPr>
          <a:xfrm>
            <a:off x="510178" y="1775229"/>
            <a:ext cx="2252569" cy="908864"/>
          </a:xfrm>
          <a:prstGeom prst="wedgeEllipseCallout">
            <a:avLst>
              <a:gd name="adj1" fmla="val 4336"/>
              <a:gd name="adj2" fmla="val 16563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dirty="0" smtClean="0"/>
              <a:t>2 points off</a:t>
            </a:r>
            <a:br>
              <a:rPr lang="en-US" dirty="0" smtClean="0"/>
            </a:br>
            <a:r>
              <a:rPr lang="en-US" dirty="0" smtClean="0"/>
              <a:t>if placed after -</a:t>
            </a:r>
            <a:endParaRPr lang="en-US" dirty="0"/>
          </a:p>
        </p:txBody>
      </p:sp>
      <p:sp>
        <p:nvSpPr>
          <p:cNvPr id="18" name="Oval Callout 17"/>
          <p:cNvSpPr/>
          <p:nvPr/>
        </p:nvSpPr>
        <p:spPr>
          <a:xfrm>
            <a:off x="5351766" y="498429"/>
            <a:ext cx="2279372" cy="908864"/>
          </a:xfrm>
          <a:prstGeom prst="wedgeEllipseCallout">
            <a:avLst>
              <a:gd name="adj1" fmla="val -90636"/>
              <a:gd name="adj2" fmla="val 344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dirty="0" smtClean="0"/>
              <a:t>Most points off</a:t>
            </a:r>
            <a:br>
              <a:rPr lang="en-US" dirty="0" smtClean="0"/>
            </a:br>
            <a:r>
              <a:rPr lang="en-US" dirty="0" smtClean="0"/>
              <a:t>if missing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30</Words>
  <Application>Microsoft Macintosh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 Suciu</dc:creator>
  <cp:lastModifiedBy>Dan Suciu</cp:lastModifiedBy>
  <cp:revision>18</cp:revision>
  <dcterms:created xsi:type="dcterms:W3CDTF">2010-12-01T19:28:57Z</dcterms:created>
  <dcterms:modified xsi:type="dcterms:W3CDTF">2012-03-16T01:35:29Z</dcterms:modified>
</cp:coreProperties>
</file>